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Roboto Slab"/>
      <p:regular r:id="rId22"/>
    </p:embeddedFont>
    <p:embeddedFont>
      <p:font typeface="Roboto Slab"/>
      <p:regular r:id="rId23"/>
    </p:embeddedFont>
    <p:embeddedFont>
      <p:font typeface="Roboto"/>
      <p:regular r:id="rId24"/>
    </p:embeddedFont>
    <p:embeddedFont>
      <p:font typeface="Roboto"/>
      <p:regular r:id="rId25"/>
    </p:embeddedFont>
    <p:embeddedFont>
      <p:font typeface="Roboto"/>
      <p:regular r:id="rId26"/>
    </p:embeddedFont>
    <p:embeddedFont>
      <p:font typeface="Roboto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5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283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 Sprint 2026 – Innovation Hackathon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56616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professional innovation programme for Interns &amp; GenCs — where bold ideas meet real-world impact.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01021"/>
            <a:ext cx="1100733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560552"/>
            <a:ext cx="86260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SLIDE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53458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6237C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 Sprint 2026</a:t>
            </a:r>
            <a:endParaRPr lang="en-US" sz="5350" dirty="0"/>
          </a:p>
        </p:txBody>
      </p:sp>
      <p:sp>
        <p:nvSpPr>
          <p:cNvPr id="5" name="Text 3"/>
          <p:cNvSpPr/>
          <p:nvPr/>
        </p:nvSpPr>
        <p:spPr>
          <a:xfrm>
            <a:off x="793790" y="3106936"/>
            <a:ext cx="792182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Innovation Hackathon for Interns &amp; GenCs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93790" y="3900726"/>
            <a:ext cx="13042821" cy="2286953"/>
          </a:xfrm>
          <a:prstGeom prst="roundRect">
            <a:avLst>
              <a:gd name="adj" fmla="val 1302"/>
            </a:avLst>
          </a:prstGeom>
          <a:solidFill>
            <a:srgbClr val="E9ECF2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900726"/>
            <a:ext cx="4347567" cy="1143476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992148" y="40990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Duration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2148" y="4528304"/>
            <a:ext cx="365307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Weeks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141357" y="3900726"/>
            <a:ext cx="4347567" cy="1143476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1" name="Shape 9"/>
          <p:cNvSpPr/>
          <p:nvPr/>
        </p:nvSpPr>
        <p:spPr>
          <a:xfrm>
            <a:off x="5141357" y="3900726"/>
            <a:ext cx="22860" cy="1143476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37490" y="40990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Ideate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637490" y="4528304"/>
            <a:ext cx="33553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bold ideas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893350" y="4224397"/>
            <a:ext cx="496133" cy="496133"/>
          </a:xfrm>
          <a:prstGeom prst="roundRect">
            <a:avLst>
              <a:gd name="adj" fmla="val 600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7413" y="4348341"/>
            <a:ext cx="248007" cy="24800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488924" y="3900726"/>
            <a:ext cx="4347567" cy="1143476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7" name="Shape 14"/>
          <p:cNvSpPr/>
          <p:nvPr/>
        </p:nvSpPr>
        <p:spPr>
          <a:xfrm>
            <a:off x="9488924" y="3900726"/>
            <a:ext cx="22860" cy="1143476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</p:sp>
      <p:sp>
        <p:nvSpPr>
          <p:cNvPr id="18" name="Text 15"/>
          <p:cNvSpPr/>
          <p:nvPr/>
        </p:nvSpPr>
        <p:spPr>
          <a:xfrm>
            <a:off x="9985058" y="40990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985058" y="4528304"/>
            <a:ext cx="365307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 solutions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240917" y="4224397"/>
            <a:ext cx="496133" cy="496133"/>
          </a:xfrm>
          <a:prstGeom prst="roundRect">
            <a:avLst>
              <a:gd name="adj" fmla="val 600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4980" y="4348341"/>
            <a:ext cx="248007" cy="248007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93790" y="5044202"/>
            <a:ext cx="6521291" cy="1143476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23" name="Shape 19"/>
          <p:cNvSpPr/>
          <p:nvPr/>
        </p:nvSpPr>
        <p:spPr>
          <a:xfrm>
            <a:off x="793790" y="5044202"/>
            <a:ext cx="6521291" cy="22860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</p:sp>
      <p:sp>
        <p:nvSpPr>
          <p:cNvPr id="24" name="Text 20"/>
          <p:cNvSpPr/>
          <p:nvPr/>
        </p:nvSpPr>
        <p:spPr>
          <a:xfrm>
            <a:off x="992148" y="52425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Prototype</a:t>
            </a:r>
            <a:endParaRPr lang="en-US" sz="1950" dirty="0"/>
          </a:p>
        </p:txBody>
      </p:sp>
      <p:sp>
        <p:nvSpPr>
          <p:cNvPr id="25" name="Text 21"/>
          <p:cNvSpPr/>
          <p:nvPr/>
        </p:nvSpPr>
        <p:spPr>
          <a:xfrm>
            <a:off x="992148" y="5671780"/>
            <a:ext cx="58268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working demos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7315081" y="5044202"/>
            <a:ext cx="6521410" cy="1143476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27" name="Shape 23"/>
          <p:cNvSpPr/>
          <p:nvPr/>
        </p:nvSpPr>
        <p:spPr>
          <a:xfrm>
            <a:off x="7315081" y="5044202"/>
            <a:ext cx="22860" cy="1143476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</p:sp>
      <p:sp>
        <p:nvSpPr>
          <p:cNvPr id="28" name="Shape 24"/>
          <p:cNvSpPr/>
          <p:nvPr/>
        </p:nvSpPr>
        <p:spPr>
          <a:xfrm>
            <a:off x="7315081" y="5044202"/>
            <a:ext cx="6521410" cy="22860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</p:sp>
      <p:sp>
        <p:nvSpPr>
          <p:cNvPr id="29" name="Text 25"/>
          <p:cNvSpPr/>
          <p:nvPr/>
        </p:nvSpPr>
        <p:spPr>
          <a:xfrm>
            <a:off x="7811214" y="52425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Showcase</a:t>
            </a:r>
            <a:endParaRPr lang="en-US" sz="1950" dirty="0"/>
          </a:p>
        </p:txBody>
      </p:sp>
      <p:sp>
        <p:nvSpPr>
          <p:cNvPr id="30" name="Text 26"/>
          <p:cNvSpPr/>
          <p:nvPr/>
        </p:nvSpPr>
        <p:spPr>
          <a:xfrm>
            <a:off x="7811214" y="5671780"/>
            <a:ext cx="58269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to panels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7067074" y="5367873"/>
            <a:ext cx="496133" cy="496133"/>
          </a:xfrm>
          <a:prstGeom prst="roundRect">
            <a:avLst>
              <a:gd name="adj" fmla="val 600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1137" y="5491817"/>
            <a:ext cx="248007" cy="248007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93790" y="641092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Theme: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Ideate → Design → Prototype → Showcase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8633" y="653296"/>
            <a:ext cx="1904286" cy="344210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24600" y="715089"/>
            <a:ext cx="1672352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PROGRAMME OBJECTIVE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08633" y="1063109"/>
            <a:ext cx="4572953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Programme Objective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6479500" y="2058591"/>
            <a:ext cx="7428667" cy="55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 innovation among interns and GenCs by solving real skilling challenges through ideas, design thinking, and rapid prototyping.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08633" y="1873806"/>
            <a:ext cx="22860" cy="921306"/>
          </a:xfrm>
          <a:prstGeom prst="rect">
            <a:avLst/>
          </a:prstGeom>
          <a:solidFill>
            <a:srgbClr val="3257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8633" y="2979896"/>
            <a:ext cx="451366" cy="4513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08633" y="3636526"/>
            <a:ext cx="225718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Innovation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208633" y="4017169"/>
            <a:ext cx="7699534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Spark creative thinking to address real skilling challenges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633" y="4621530"/>
            <a:ext cx="451366" cy="4513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8633" y="5278160"/>
            <a:ext cx="225718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Thinking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208633" y="5658803"/>
            <a:ext cx="7699534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structured problem-solving and user-centred design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8633" y="6263164"/>
            <a:ext cx="451366" cy="4513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08633" y="6919793"/>
            <a:ext cx="225718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Rapid Prototyping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208633" y="7300436"/>
            <a:ext cx="7699534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and iterate quickly to bring ideas to life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98377"/>
            <a:ext cx="2031682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357908"/>
            <a:ext cx="179355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PROGRAMME 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750814"/>
            <a:ext cx="512195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Programme Overview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6685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Sprint 2026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4-week innovation sprint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participants: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506986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BFC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84126"/>
            <a:ext cx="6422231" cy="914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249" y="3209330"/>
            <a:ext cx="595313" cy="595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5843" y="335815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015008" y="4003119"/>
            <a:ext cx="3248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Skilling Challenges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015008" y="443234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 real problems in the learning and skilling landscape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414379" y="3506986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BFC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3484126"/>
            <a:ext cx="6422231" cy="9144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838" y="3209330"/>
            <a:ext cx="595313" cy="5953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06432" y="335815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7635597" y="4003119"/>
            <a:ext cx="32794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Innovative Solutions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7635597" y="443234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design thinking to craft user-centred approaches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793790" y="5467112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BFC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44252"/>
            <a:ext cx="6422231" cy="9144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249" y="5169456"/>
            <a:ext cx="595313" cy="5953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85843" y="531828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1015008" y="5963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Prototypes</a:t>
            </a:r>
            <a:endParaRPr lang="en-US" sz="1950" dirty="0"/>
          </a:p>
        </p:txBody>
      </p:sp>
      <p:sp>
        <p:nvSpPr>
          <p:cNvPr id="23" name="Text 15"/>
          <p:cNvSpPr/>
          <p:nvPr/>
        </p:nvSpPr>
        <p:spPr>
          <a:xfrm>
            <a:off x="1015008" y="639246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working models and UI demos of proposed solutions</a:t>
            </a:r>
            <a:endParaRPr lang="en-US" sz="1550" dirty="0"/>
          </a:p>
        </p:txBody>
      </p:sp>
      <p:sp>
        <p:nvSpPr>
          <p:cNvPr id="24" name="Shape 16"/>
          <p:cNvSpPr/>
          <p:nvPr/>
        </p:nvSpPr>
        <p:spPr>
          <a:xfrm>
            <a:off x="7414379" y="5467112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BFCFE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4379" y="5444252"/>
            <a:ext cx="6422231" cy="9144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7838" y="5169456"/>
            <a:ext cx="595313" cy="5953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506432" y="531828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850" dirty="0"/>
          </a:p>
        </p:txBody>
      </p:sp>
      <p:sp>
        <p:nvSpPr>
          <p:cNvPr id="28" name="Text 18"/>
          <p:cNvSpPr/>
          <p:nvPr/>
        </p:nvSpPr>
        <p:spPr>
          <a:xfrm>
            <a:off x="7635597" y="5963245"/>
            <a:ext cx="41977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Present Demos to Evaluation Panels</a:t>
            </a:r>
            <a:endParaRPr lang="en-US" sz="1950" dirty="0"/>
          </a:p>
        </p:txBody>
      </p:sp>
      <p:sp>
        <p:nvSpPr>
          <p:cNvPr id="29" name="Text 19"/>
          <p:cNvSpPr/>
          <p:nvPr/>
        </p:nvSpPr>
        <p:spPr>
          <a:xfrm>
            <a:off x="7635597" y="639246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Showcase outcomes to expert panels for scoring and recognition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0698" y="454343"/>
            <a:ext cx="1639133" cy="306943"/>
          </a:xfrm>
          <a:prstGeom prst="roundRect">
            <a:avLst>
              <a:gd name="adj" fmla="val 6440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7140" y="511373"/>
            <a:ext cx="1426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PROGRAMME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0698" y="815935"/>
            <a:ext cx="4147780" cy="51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Programme Timeline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98" y="1535668"/>
            <a:ext cx="12988885" cy="5844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77305" y="1930831"/>
            <a:ext cx="2273016" cy="35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77305" y="2381999"/>
            <a:ext cx="2273016" cy="257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Ideation &amp; Launch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8324" y="3370785"/>
            <a:ext cx="503467" cy="5034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5343" y="6314504"/>
            <a:ext cx="2285505" cy="35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5343" y="6765673"/>
            <a:ext cx="2285505" cy="257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Wireframing &amp; Design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6362" y="5206682"/>
            <a:ext cx="503466" cy="5034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48402" y="1887119"/>
            <a:ext cx="2273016" cy="35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248402" y="2338288"/>
            <a:ext cx="2273016" cy="257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Prototype Build Sprint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6889" y="3320828"/>
            <a:ext cx="503466" cy="50346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96439" y="6186100"/>
            <a:ext cx="2273016" cy="35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4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9496439" y="6637269"/>
            <a:ext cx="2273016" cy="514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Demo &amp; Evaluation</a:t>
            </a:r>
            <a:endParaRPr lang="en-US" sz="1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87458" y="5206682"/>
            <a:ext cx="503467" cy="50346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0698" y="7534275"/>
            <a:ext cx="12988885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week builds on the last — from raw ideas to polished, evaluated prototypes ready for real-world impact.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610320"/>
            <a:ext cx="787598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1669852"/>
            <a:ext cx="54947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2062758"/>
            <a:ext cx="57055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1 – Ideation Phase</a:t>
            </a:r>
            <a:endParaRPr lang="en-US" sz="3900" dirty="0"/>
          </a:p>
        </p:txBody>
      </p:sp>
      <p:sp>
        <p:nvSpPr>
          <p:cNvPr id="6" name="Shape 3"/>
          <p:cNvSpPr/>
          <p:nvPr/>
        </p:nvSpPr>
        <p:spPr>
          <a:xfrm>
            <a:off x="650915" y="2980492"/>
            <a:ext cx="3821906" cy="2572226"/>
          </a:xfrm>
          <a:prstGeom prst="roundRect">
            <a:avLst>
              <a:gd name="adj" fmla="val 1157"/>
            </a:avLst>
          </a:prstGeom>
          <a:solidFill>
            <a:srgbClr val="FBFCFE"/>
          </a:solidFill>
          <a:ln/>
        </p:spPr>
      </p:sp>
      <p:sp>
        <p:nvSpPr>
          <p:cNvPr id="7" name="Text 4"/>
          <p:cNvSpPr/>
          <p:nvPr/>
        </p:nvSpPr>
        <p:spPr>
          <a:xfrm>
            <a:off x="849273" y="31788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9273" y="3687366"/>
            <a:ext cx="34251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the programme and gather innovative ideas aligned to skilling use cases.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21674" y="31788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Activities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21674" y="3687366"/>
            <a:ext cx="3536156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communication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Participant registration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 submission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statements aligned to themes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93790" y="5775960"/>
            <a:ext cx="7556421" cy="843201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48" y="6071235"/>
            <a:ext cx="248007" cy="1983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8513" y="6023848"/>
            <a:ext cx="67133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🎯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Pool of innovative solution ideas.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69150"/>
            <a:ext cx="787598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28681"/>
            <a:ext cx="54947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21587"/>
            <a:ext cx="74995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2 – Wireframing &amp; Design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0915" y="3139321"/>
            <a:ext cx="6565106" cy="2254687"/>
          </a:xfrm>
          <a:prstGeom prst="roundRect">
            <a:avLst>
              <a:gd name="adj" fmla="val 1320"/>
            </a:avLst>
          </a:prstGeom>
          <a:solidFill>
            <a:srgbClr val="FBFCFE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33376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3846195"/>
            <a:ext cx="61683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ideas into structured solution concepts.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3376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Activities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3846195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Shortlisting ideas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wireframes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Designing user journeys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Preparing solution concepts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5617250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912525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8513" y="586513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🏆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Top 25 teams shortlisted.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53910"/>
            <a:ext cx="1178719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821061"/>
            <a:ext cx="92535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21587"/>
            <a:ext cx="6281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Evaluation Panel Structure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1393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team will be evaluated by a panel of three expert representatives: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68010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3878461"/>
            <a:ext cx="595313" cy="59531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9" y="4042053"/>
            <a:ext cx="267891" cy="267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2148" y="46721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Unit SME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92148" y="510135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 matter expert from the relevant business unit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5207437" y="3680103"/>
            <a:ext cx="4215408" cy="2254687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795" y="3878461"/>
            <a:ext cx="595313" cy="595313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506" y="4042053"/>
            <a:ext cx="267891" cy="2678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05795" y="46721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Trainer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5405795" y="5101352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 in technical delivery and solution feasibility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9621203" y="368010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9561" y="3878461"/>
            <a:ext cx="595313" cy="595313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83272" y="4042053"/>
            <a:ext cx="267891" cy="26789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819561" y="4672132"/>
            <a:ext cx="34011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GenC Skilling Representative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9819561" y="510135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representative from the GenC skilling community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793790" y="615803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Panels will evaluate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feasibility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177058"/>
            <a:ext cx="787598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236589"/>
            <a:ext cx="54947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2629495"/>
            <a:ext cx="74793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3 – Prototype Build Sprint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37455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93790" y="4254103"/>
            <a:ext cx="393811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working prototypes or UI demos.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47700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Support Model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93790" y="5278517"/>
            <a:ext cx="3938111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mentor per 5 teams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and design guidance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80754" y="3547229"/>
            <a:ext cx="3419832" cy="2505194"/>
          </a:xfrm>
          <a:prstGeom prst="roundRect">
            <a:avLst>
              <a:gd name="adj" fmla="val 1188"/>
            </a:avLst>
          </a:prstGeom>
          <a:solidFill>
            <a:srgbClr val="FBFCFE"/>
          </a:solidFill>
          <a:ln/>
        </p:spPr>
      </p:sp>
      <p:sp>
        <p:nvSpPr>
          <p:cNvPr id="11" name="Text 8"/>
          <p:cNvSpPr/>
          <p:nvPr/>
        </p:nvSpPr>
        <p:spPr>
          <a:xfrm>
            <a:off x="5279112" y="37455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Requirement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279112" y="4254103"/>
            <a:ext cx="302311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 must build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least one working feature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qualify for the final demo day.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00620"/>
            <a:ext cx="1337786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2167771"/>
            <a:ext cx="1084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DELIVERABLES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568297"/>
            <a:ext cx="55903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Participant Deliverables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4860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 must submit the following as part of their final submission: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026813"/>
            <a:ext cx="4215289" cy="2102048"/>
          </a:xfrm>
          <a:prstGeom prst="roundRect">
            <a:avLst>
              <a:gd name="adj" fmla="val 141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6650" y="4049673"/>
            <a:ext cx="4169569" cy="595313"/>
          </a:xfrm>
          <a:prstGeom prst="roundRect">
            <a:avLst>
              <a:gd name="adj" fmla="val 393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2752606" y="416123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15008" y="4843343"/>
            <a:ext cx="35693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Working Prototype or UI Demo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15008" y="5272564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functional build demonstrating the proposed solution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4026813"/>
            <a:ext cx="4215408" cy="2102048"/>
          </a:xfrm>
          <a:prstGeom prst="roundRect">
            <a:avLst>
              <a:gd name="adj" fmla="val 141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0297" y="4049673"/>
            <a:ext cx="4169688" cy="595313"/>
          </a:xfrm>
          <a:prstGeom prst="roundRect">
            <a:avLst>
              <a:gd name="adj" fmla="val 393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7166253" y="416123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28655" y="4843343"/>
            <a:ext cx="27151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Functional Feature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428655" y="5272564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least one working feature that showcases the core value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621203" y="4026813"/>
            <a:ext cx="4215289" cy="2102048"/>
          </a:xfrm>
          <a:prstGeom prst="roundRect">
            <a:avLst>
              <a:gd name="adj" fmla="val 141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4063" y="4049673"/>
            <a:ext cx="4169569" cy="595313"/>
          </a:xfrm>
          <a:prstGeom prst="roundRect">
            <a:avLst>
              <a:gd name="adj" fmla="val 393"/>
            </a:avLst>
          </a:prstGeom>
          <a:solidFill>
            <a:srgbClr val="E9ECF2"/>
          </a:solidFill>
          <a:ln/>
        </p:spPr>
      </p:sp>
      <p:sp>
        <p:nvSpPr>
          <p:cNvPr id="18" name="Text 16"/>
          <p:cNvSpPr/>
          <p:nvPr/>
        </p:nvSpPr>
        <p:spPr>
          <a:xfrm>
            <a:off x="11580019" y="416123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842421" y="48433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 Storyline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42421" y="5272564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→ Solution → Impact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clear narrative guiding the evaluation panel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375767"/>
            <a:ext cx="787598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1435298"/>
            <a:ext cx="54947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1828205"/>
            <a:ext cx="60146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 4 – Final Demo Day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280190" y="27459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shortlisted teams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will present their prototypes to the evaluation panels.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3286720"/>
            <a:ext cx="7556421" cy="1151096"/>
          </a:xfrm>
          <a:prstGeom prst="roundRect">
            <a:avLst>
              <a:gd name="adj" fmla="val 2586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6478548" y="3485078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⏱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5-Minute Demo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478548" y="3921919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 present their working prototype and demo storyline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80190" y="4636175"/>
            <a:ext cx="7556421" cy="1151096"/>
          </a:xfrm>
          <a:prstGeom prst="roundRect">
            <a:avLst>
              <a:gd name="adj" fmla="val 2586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6478548" y="4834533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💬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3-Minute Q&amp;A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78548" y="5271373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members ask questions on feasibility, design, and impact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6010513"/>
            <a:ext cx="7556421" cy="843201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48" y="6305788"/>
            <a:ext cx="248007" cy="1983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24913" y="6258401"/>
            <a:ext cx="67133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📋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Panels will score submissions using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standardised rubric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58121"/>
            <a:ext cx="920710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225272"/>
            <a:ext cx="66734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62579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Evaluation Criteria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54353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Ideas will be judged based on the following six dimensions: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084314"/>
            <a:ext cx="6422231" cy="1196816"/>
          </a:xfrm>
          <a:prstGeom prst="roundRect">
            <a:avLst>
              <a:gd name="adj" fmla="val 916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0" y="3084314"/>
            <a:ext cx="91440" cy="1196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3588" y="3305532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Innovation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83588" y="374237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Originality and creative thinking behind the solution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414379" y="3084314"/>
            <a:ext cx="6422231" cy="1196816"/>
          </a:xfrm>
          <a:prstGeom prst="roundRect">
            <a:avLst>
              <a:gd name="adj" fmla="val 916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519" y="3084314"/>
            <a:ext cx="91440" cy="11968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4177" y="3305532"/>
            <a:ext cx="2819519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⚙️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Technical Feasibility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704177" y="374237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Practicality and viability of the proposed build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3790" y="4479488"/>
            <a:ext cx="6422231" cy="1196816"/>
          </a:xfrm>
          <a:prstGeom prst="roundRect">
            <a:avLst>
              <a:gd name="adj" fmla="val 916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4479488"/>
            <a:ext cx="91440" cy="11968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83588" y="4700707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🎨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User Experience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83588" y="5137547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Intuitiveness, design quality, and usability of the solution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479488"/>
            <a:ext cx="6422231" cy="1196816"/>
          </a:xfrm>
          <a:prstGeom prst="roundRect">
            <a:avLst>
              <a:gd name="adj" fmla="val 916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519" y="4479488"/>
            <a:ext cx="91440" cy="11968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04177" y="4700707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💼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Business Impact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704177" y="5137547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Potential value delivered to the organisation or learners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793790" y="5874663"/>
            <a:ext cx="6422231" cy="1196816"/>
          </a:xfrm>
          <a:prstGeom prst="roundRect">
            <a:avLst>
              <a:gd name="adj" fmla="val 916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30" y="5874663"/>
            <a:ext cx="91440" cy="11968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83588" y="6095881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📈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Scalability</a:t>
            </a:r>
            <a:endParaRPr lang="en-US" sz="1950" dirty="0"/>
          </a:p>
        </p:txBody>
      </p:sp>
      <p:sp>
        <p:nvSpPr>
          <p:cNvPr id="25" name="Text 18"/>
          <p:cNvSpPr/>
          <p:nvPr/>
        </p:nvSpPr>
        <p:spPr>
          <a:xfrm>
            <a:off x="1083588" y="653272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Ability to grow and adapt the solution at scale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7414379" y="5874663"/>
            <a:ext cx="6422231" cy="1196816"/>
          </a:xfrm>
          <a:prstGeom prst="roundRect">
            <a:avLst>
              <a:gd name="adj" fmla="val 916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519" y="5874663"/>
            <a:ext cx="91440" cy="119681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704177" y="6095881"/>
            <a:ext cx="2707958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🎤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Presentation Clarity</a:t>
            </a:r>
            <a:endParaRPr lang="en-US" sz="1950" dirty="0"/>
          </a:p>
        </p:txBody>
      </p:sp>
      <p:sp>
        <p:nvSpPr>
          <p:cNvPr id="29" name="Text 21"/>
          <p:cNvSpPr/>
          <p:nvPr/>
        </p:nvSpPr>
        <p:spPr>
          <a:xfrm>
            <a:off x="7704177" y="653272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Effectiveness of communication and storytelling during the demo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491978"/>
            <a:ext cx="1261229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2551509"/>
            <a:ext cx="10231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2944416"/>
            <a:ext cx="52043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Awards &amp; Recognition</a:t>
            </a:r>
            <a:endParaRPr lang="en-US" sz="3900" dirty="0"/>
          </a:p>
        </p:txBody>
      </p:sp>
      <p:sp>
        <p:nvSpPr>
          <p:cNvPr id="6" name="Shape 3"/>
          <p:cNvSpPr/>
          <p:nvPr/>
        </p:nvSpPr>
        <p:spPr>
          <a:xfrm>
            <a:off x="6137315" y="3862149"/>
            <a:ext cx="3821906" cy="1875353"/>
          </a:xfrm>
          <a:prstGeom prst="roundRect">
            <a:avLst>
              <a:gd name="adj" fmla="val 1587"/>
            </a:avLst>
          </a:prstGeom>
          <a:solidFill>
            <a:srgbClr val="FBFCFE"/>
          </a:solidFill>
          <a:ln/>
        </p:spPr>
      </p:sp>
      <p:sp>
        <p:nvSpPr>
          <p:cNvPr id="7" name="Text 4"/>
          <p:cNvSpPr/>
          <p:nvPr/>
        </p:nvSpPr>
        <p:spPr>
          <a:xfrm>
            <a:off x="6335673" y="4060508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🏆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Main Awards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335673" y="4576643"/>
            <a:ext cx="34251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Winner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Runner-Up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Runner-Up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08074" y="4060508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Special Awards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308074" y="4576643"/>
            <a:ext cx="35361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UX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Innovation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Business Impact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44786"/>
            <a:ext cx="1846302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211937"/>
            <a:ext cx="159293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PROGRAMME IMPACT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61246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Programme Impact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53019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Sprint encourages a culture of growth and forward-thinking across the organisation: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070979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8151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Innovation Culture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93790" y="4244340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Fostering a mindset of continuous improvement and creative problem-solving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3070979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986" y="38151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Thinking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223986" y="4244340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the ability to think end-to-end about user needs and solution design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3070979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4302" y="38151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Collaboration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54302" y="4244340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Encouraging cross-functional teamwork and shared ownership of outcomes</a:t>
            </a:r>
            <a:endParaRPr lang="en-US" sz="1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276255"/>
            <a:ext cx="496133" cy="49613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3790" y="6020395"/>
            <a:ext cx="27173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Rapid Experimentation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793790" y="6449616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Embracing a test-and-learn approach to accelerate innovation cycles</a:t>
            </a:r>
            <a:endParaRPr lang="en-US" sz="15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3986" y="5276255"/>
            <a:ext cx="496133" cy="4961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23986" y="6020395"/>
            <a:ext cx="39519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Solution Development</a:t>
            </a:r>
            <a:endParaRPr lang="en-US" sz="1950" dirty="0"/>
          </a:p>
        </p:txBody>
      </p:sp>
      <p:sp>
        <p:nvSpPr>
          <p:cNvPr id="20" name="Text 13"/>
          <p:cNvSpPr/>
          <p:nvPr/>
        </p:nvSpPr>
        <p:spPr>
          <a:xfrm>
            <a:off x="5223986" y="6449616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Translating ideas into tangible solutions that address genuine skilling challenges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59154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6237C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 Sprint 2026</a:t>
            </a:r>
            <a:endParaRPr lang="en-US" sz="5350" dirty="0"/>
          </a:p>
        </p:txBody>
      </p:sp>
      <p:sp>
        <p:nvSpPr>
          <p:cNvPr id="4" name="Text 1"/>
          <p:cNvSpPr/>
          <p:nvPr/>
        </p:nvSpPr>
        <p:spPr>
          <a:xfrm>
            <a:off x="6280190" y="3912632"/>
            <a:ext cx="561034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Turning Ideas into Innovation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577846" y="4929664"/>
            <a:ext cx="72587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build the future of learning together.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4706422"/>
            <a:ext cx="22860" cy="764024"/>
          </a:xfrm>
          <a:prstGeom prst="rect">
            <a:avLst/>
          </a:prstGeom>
          <a:solidFill>
            <a:srgbClr val="3257B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2026-03-11T09:53:15Z</dcterms:created>
  <dcterms:modified xsi:type="dcterms:W3CDTF">2026-03-11T09:53:15Z</dcterms:modified>
</cp:coreProperties>
</file>