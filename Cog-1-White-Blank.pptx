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26" r:id="rId4"/>
  </p:sldMasterIdLst>
  <p:notesMasterIdLst>
    <p:notesMasterId r:id="rId6"/>
  </p:notesMasterIdLst>
  <p:handoutMasterIdLst>
    <p:handoutMasterId r:id="rId7"/>
  </p:handoutMasterIdLst>
  <p:sldIdLst>
    <p:sldId id="214747925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527C4F3F-6D78-2D44-AA0B-70A49D008E79}">
          <p14:sldIdLst/>
        </p14:section>
        <p14:section name="Covers" id="{8705E8D6-CB78-6442-AB36-0CD2FC3662C2}">
          <p14:sldIdLst/>
        </p14:section>
        <p14:section name="Agenda" id="{150BC4E0-845C-BA46-8171-7C5DE8382948}">
          <p14:sldIdLst/>
        </p14:section>
        <p14:section name="Dividers" id="{DB2A0A3A-5EE5-3C41-A717-97A6C90F976C}">
          <p14:sldIdLst/>
        </p14:section>
        <p14:section name="Content - light" id="{3221EC01-B31F-4542-BD97-D72D9D2227EA}">
          <p14:sldIdLst>
            <p14:sldId id="2147479253"/>
          </p14:sldIdLst>
        </p14:section>
        <p14:section name="Content - dark" id="{E5876DD2-5BDA-324A-9F58-081428975AC9}">
          <p14:sldIdLst/>
        </p14:section>
        <p14:section name="Imagery" id="{43A43E6C-CE72-3749-A3B3-2987A8E7AE57}">
          <p14:sldIdLst/>
        </p14:section>
        <p14:section name="Charts and graphs" id="{C4497982-49AC-EB40-BD78-D4B150467C60}">
          <p14:sldIdLst/>
        </p14:section>
        <p14:section name="Tables" id="{18F929D9-F8B2-B14A-8389-152D2A3AA994}">
          <p14:sldIdLst/>
        </p14:section>
        <p14:section name="Closing slide" id="{C8A2E1DF-13D2-FC40-A09C-AC049538ACC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94" autoAdjust="0"/>
    <p:restoredTop sz="96327" autoAdjust="0"/>
  </p:normalViewPr>
  <p:slideViewPr>
    <p:cSldViewPr snapToGrid="0">
      <p:cViewPr varScale="1">
        <p:scale>
          <a:sx n="94" d="100"/>
          <a:sy n="94" d="100"/>
        </p:scale>
        <p:origin x="1392" y="324"/>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3360" y="520"/>
      </p:cViewPr>
      <p:guideLst/>
    </p:cSldViewPr>
  </p:notesViewPr>
  <p:gridSpacing cx="914400" cy="9144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3/26/2026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2025–2027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3/26/2026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2025–2027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18410998-B405-84F1-C8ED-CC909C78227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8ECE1DD-53AE-7BEF-A222-B09D5DA262C8}"/>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D109EC1-314F-B474-C548-6ED89FF01CD9}"/>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4141507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286A2542-7993-A342-B210-6752144F2E92}" type="datetime1">
              <a:rPr lang="en-US" smtClean="0"/>
              <a:t>3/26/2026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8A7A8D7F-117B-444E-ACF4-1566747F9641}" type="datetime1">
              <a:rPr lang="en-US" smtClean="0"/>
              <a:t>3/26/2026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CCE15D93-701F-AD45-BF63-B5231D171A5D}" type="datetime1">
              <a:rPr lang="en-US" smtClean="0"/>
              <a:t>3/26/2026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C80D56A-092C-7C43-AECB-57F4A9F97943}" type="datetime1">
              <a:rPr lang="en-US" smtClean="0"/>
              <a:t>3/26/2026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dirty="0"/>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573FA3B9-C6DE-BE42-9D23-7FE671AC76FC}" type="datetime1">
              <a:rPr lang="en-US" smtClean="0"/>
              <a:t>3/26/2026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93339195-9B87-7743-9A8D-50BE832439EE}"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CDECBBED-5CB0-E446-9994-39B46F9E3A96}"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3/26/2026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B14CF30-9A72-6841-BB42-CFA3EC5EE1FA}" type="datetime1">
              <a:rPr lang="en-US" smtClean="0"/>
              <a:t>3/26/2026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B567F918-D731-F949-BFA2-99DC86212F53}" type="datetime1">
              <a:rPr lang="en-US" smtClean="0"/>
              <a:t>3/26/2026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CD6FB6BF-6617-D64D-B620-750DF5173AE2}" type="datetime1">
              <a:rPr lang="en-US" smtClean="0"/>
              <a:t>3/26/2026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3/26/2026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2C2AF87E-BB6C-C34C-94E2-85566BBDC140}" type="datetime1">
              <a:rPr lang="en-US" smtClean="0"/>
              <a:t>3/26/2026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BBF0144B-5F91-4D45-8592-3540D443DD15}" type="datetime1">
              <a:rPr lang="en-US" smtClean="0"/>
              <a:t>3/26/2026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00A4357C-AC8D-DC4C-9095-09E2CD5356C5}" type="datetime1">
              <a:rPr lang="en-US" smtClean="0"/>
              <a:t>3/26/2026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3/26/2026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3/26/2026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3/26/2026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C7A24A1D-F3BF-1A41-B122-C74AA003EAC6}" type="datetime1">
              <a:rPr lang="en-US" smtClean="0"/>
              <a:t>3/26/2026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62B992DF-0A30-4346-A305-F697A2247CA4}" type="datetime1">
              <a:rPr lang="en-US" smtClean="0"/>
              <a:t>3/26/2026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F038E6F7-2112-7146-A379-7AD5AE1DBC42}" type="datetime1">
              <a:rPr lang="en-US" smtClean="0"/>
              <a:t>3/26/2026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95A8BB47-FFEE-CC40-B60B-C46D6D449673}" type="datetime1">
              <a:rPr lang="en-US" smtClean="0"/>
              <a:t>3/26/2026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3/26/2026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D58F847-15B5-FC42-B011-59EA55B0831B}" type="datetime1">
              <a:rPr lang="en-US" smtClean="0"/>
              <a:t>3/26/2026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13D1F7B9-93C8-664D-A904-37BC09BC8A3C}" type="datetime1">
              <a:rPr lang="en-US" smtClean="0"/>
              <a:t>3/26/2026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58CC89B-9FBC-D34F-9643-4C80243D9DBA}" type="datetime1">
              <a:rPr lang="en-US" smtClean="0"/>
              <a:t>3/26/2026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3/26/2026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3/26/2026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3/26/2026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D4262893-26CE-4342-A3C5-68D2643A2179}" type="datetime1">
              <a:rPr lang="en-US" smtClean="0"/>
              <a:t>3/26/2026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8EB84BCC-F734-8048-8197-BE14B7B6EE4C}" type="datetime1">
              <a:rPr lang="en-US" smtClean="0"/>
              <a:pPr/>
              <a:t>3/26/2026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dirty="0"/>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FAFDDD03-639A-8D4E-860C-2002B6D03365}" type="datetime1">
              <a:rPr lang="en-US" smtClean="0"/>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3/26/2026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3/26/2026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8EB84BCC-F734-8048-8197-BE14B7B6EE4C}" type="datetime1">
              <a:rPr lang="en-US" smtClean="0"/>
              <a:t>3/26/2026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8EB84BCC-F734-8048-8197-BE14B7B6EE4C}" type="datetime1">
              <a:rPr lang="en-US" smtClean="0"/>
              <a:t>3/26/2026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EB84BCC-F734-8048-8197-BE14B7B6EE4C}" type="datetime1">
              <a:rPr lang="en-US" smtClean="0"/>
              <a:t>3/26/2026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8EB84BCC-F734-8048-8197-BE14B7B6EE4C}" type="datetime1">
              <a:rPr lang="en-US" smtClean="0"/>
              <a:t>3/26/2026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dirty="0"/>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8EB84BCC-F734-8048-8197-BE14B7B6EE4C}" type="datetime1">
              <a:rPr lang="en-US" smtClean="0"/>
              <a:t>3/26/2026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0B3A-BAED-52FF-C348-3A1F8949EB5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FC61F03-B1A7-539E-35D0-5FD8DDB0B697}"/>
              </a:ext>
            </a:extLst>
          </p:cNvPr>
          <p:cNvSpPr>
            <a:spLocks noGrp="1"/>
          </p:cNvSpPr>
          <p:nvPr>
            <p:ph type="title"/>
          </p:nvPr>
        </p:nvSpPr>
        <p:spPr/>
        <p:txBody>
          <a:bodyPr/>
          <a:lstStyle/>
          <a:p>
            <a:r>
              <a:rPr lang="en-US"/>
              <a:t>Blank</a:t>
            </a:r>
          </a:p>
        </p:txBody>
      </p:sp>
      <p:sp>
        <p:nvSpPr>
          <p:cNvPr id="8" name="Slide Number Placeholder 7">
            <a:extLst>
              <a:ext uri="{FF2B5EF4-FFF2-40B4-BE49-F238E27FC236}">
                <a16:creationId xmlns:a16="http://schemas.microsoft.com/office/drawing/2014/main" id="{64870195-311A-0E7D-CBDC-064F564EEC61}"/>
              </a:ext>
            </a:extLst>
          </p:cNvPr>
          <p:cNvSpPr>
            <a:spLocks noGrp="1"/>
          </p:cNvSpPr>
          <p:nvPr>
            <p:ph type="sldNum" sz="quarter" idx="12"/>
          </p:nvPr>
        </p:nvSpPr>
        <p:spPr/>
        <p:txBody>
          <a:bodyPr/>
          <a:lstStyle/>
          <a:p>
            <a:fld id="{38826FC0-333C-E549-9FA3-0EE43DF298A3}" type="slidenum">
              <a:rPr lang="en-US" smtClean="0"/>
              <a:pPr/>
              <a:t>1</a:t>
            </a:fld>
            <a:endParaRPr lang="en-US"/>
          </a:p>
        </p:txBody>
      </p:sp>
      <p:sp>
        <p:nvSpPr>
          <p:cNvPr id="7" name="Footer Placeholder 6">
            <a:extLst>
              <a:ext uri="{FF2B5EF4-FFF2-40B4-BE49-F238E27FC236}">
                <a16:creationId xmlns:a16="http://schemas.microsoft.com/office/drawing/2014/main" id="{B7022987-D2D8-0B60-2AE8-0BBE0187C018}"/>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40078245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2_Cognizant_2024" id="{4DB496B1-E6EF-4CBE-9AD1-A2CF8C63C2B7}" vid="{BB4BE9A0-A680-4A25-9195-1AF5CFB8503C}"/>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fbe430c1-83a1-4407-a93f-d2144dec552c" xsi:nil="true"/>
    <SharedWithUsers xmlns="da2a811a-61f7-41d9-a96a-3fe58d3117da">
      <UserInfo>
        <DisplayName>Kelly, Jennifer (Contractor)</DisplayName>
        <AccountId>533</AccountId>
        <AccountType/>
      </UserInfo>
    </SharedWithUsers>
    <TaxCatchAll xmlns="da2a811a-61f7-41d9-a96a-3fe58d3117da" xsi:nil="true"/>
    <lcf76f155ced4ddcb4097134ff3c332f xmlns="fbe430c1-83a1-4407-a93f-d2144dec552c">
      <Terms xmlns="http://schemas.microsoft.com/office/infopath/2007/PartnerControls"/>
    </lcf76f155ced4ddcb4097134ff3c332f>
    <d0343b0fd7614bfd8975041064cafcd0 xmlns="fbe430c1-83a1-4407-a93f-d2144dec552c">
      <Terms xmlns="http://schemas.microsoft.com/office/infopath/2007/PartnerControls"/>
    </d0343b0fd7614bfd8975041064cafcd0>
    <_Flow_SignoffStatus xmlns="fbe430c1-83a1-4407-a93f-d2144dec552c" xsi:nil="true"/>
    <m2cdf977224e4362b023ebe2f5fb54ce xmlns="fbe430c1-83a1-4407-a93f-d2144dec552c">
      <Terms xmlns="http://schemas.microsoft.com/office/infopath/2007/PartnerControls"/>
    </m2cdf977224e4362b023ebe2f5fb54ce>
    <n446a6503387411fbfe4842fcfb02d4c xmlns="fbe430c1-83a1-4407-a93f-d2144dec552c">
      <Terms xmlns="http://schemas.microsoft.com/office/infopath/2007/PartnerControls"/>
    </n446a6503387411fbfe4842fcfb02d4c>
    <PermissionSet xmlns="fbe430c1-83a1-4407-a93f-d2144dec552c">1</PermissionSet>
    <Views xmlns="fbe430c1-83a1-4407-a93f-d2144dec552c" xsi:nil="true"/>
    <Category1 xmlns="fbe430c1-83a1-4407-a93f-d2144dec552c" xsi:nil="true"/>
    <URL xmlns="fbe430c1-83a1-4407-a93f-d2144dec552c">
      <Url xsi:nil="true"/>
      <Description xsi:nil="true"/>
    </URL>
    <Industry xmlns="fbe430c1-83a1-4407-a93f-d2144dec552c" xsi:nil="true"/>
    <MicrosoftSolutionArea xmlns="fbe430c1-83a1-4407-a93f-d2144dec552c" xsi:nil="true"/>
    <CreatedDate xmlns="fbe430c1-83a1-4407-a93f-d2144dec552c" xsi:nil="true"/>
    <ContentType0 xmlns="fbe430c1-83a1-4407-a93f-d2144dec552c" xsi:nil="true"/>
    <Region xmlns="fbe430c1-83a1-4407-a93f-d2144dec55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6F2FB6F0C0F643874E7A21317CEB83" ma:contentTypeVersion="33" ma:contentTypeDescription="Create a new document." ma:contentTypeScope="" ma:versionID="e8b0c554fb1d6b1607f6000dfdaf1aff">
  <xsd:schema xmlns:xsd="http://www.w3.org/2001/XMLSchema" xmlns:xs="http://www.w3.org/2001/XMLSchema" xmlns:p="http://schemas.microsoft.com/office/2006/metadata/properties" xmlns:ns2="fbe430c1-83a1-4407-a93f-d2144dec552c" xmlns:ns3="da2a811a-61f7-41d9-a96a-3fe58d3117da" targetNamespace="http://schemas.microsoft.com/office/2006/metadata/properties" ma:root="true" ma:fieldsID="fe1a37cd543961921fcbbcbff19e69e9" ns2:_="" ns3:_="">
    <xsd:import namespace="fbe430c1-83a1-4407-a93f-d2144dec552c"/>
    <xsd:import namespace="da2a811a-61f7-41d9-a96a-3fe58d3117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Category1" minOccurs="0"/>
                <xsd:element ref="ns2:MediaLengthInSeconds" minOccurs="0"/>
                <xsd:element ref="ns2:PermissionSet" minOccurs="0"/>
                <xsd:element ref="ns2:_Flow_SignoffStatus" minOccurs="0"/>
                <xsd:element ref="ns2:MediaServiceObjectDetectorVersions" minOccurs="0"/>
                <xsd:element ref="ns2:MediaServiceSearchProperties" minOccurs="0"/>
                <xsd:element ref="ns2:MediaServiceLocation" minOccurs="0"/>
                <xsd:element ref="ns2:m2cdf977224e4362b023ebe2f5fb54ce" minOccurs="0"/>
                <xsd:element ref="ns2:n446a6503387411fbfe4842fcfb02d4c" minOccurs="0"/>
                <xsd:element ref="ns2:d0343b0fd7614bfd8975041064cafcd0" minOccurs="0"/>
                <xsd:element ref="ns2:Views" minOccurs="0"/>
                <xsd:element ref="ns2:URL" minOccurs="0"/>
                <xsd:element ref="ns2:MediaServiceBillingMetadata" minOccurs="0"/>
                <xsd:element ref="ns2:Region" minOccurs="0"/>
                <xsd:element ref="ns2:Industry" minOccurs="0"/>
                <xsd:element ref="ns2:MicrosoftSolutionArea" minOccurs="0"/>
                <xsd:element ref="ns2:CreatedDate" minOccurs="0"/>
                <xsd:element ref="ns2:ContentType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430c1-83a1-4407-a93f-d2144dec5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Category1" ma:index="19" nillable="true" ma:displayName="Category 1" ma:format="Dropdown" ma:internalName="Category1">
      <xsd:simpleType>
        <xsd:restriction base="dms:Choice">
          <xsd:enumeration value="Global Policy"/>
          <xsd:enumeration value="Ethics and Compliance "/>
          <xsd:enumeration value="Code of Ethics"/>
          <xsd:enumeration value="Translation"/>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PermissionSet" ma:index="21" nillable="true" ma:displayName="PermissionSet" ma:hidden="true" ma:internalName="PermissionSet" ma:readOnly="false">
      <xsd:simpleType>
        <xsd:restriction base="dms:Text">
          <xsd:maxLength value="255"/>
        </xsd:restriction>
      </xsd:simpleType>
    </xsd:element>
    <xsd:element name="_Flow_SignoffStatus" ma:index="22" nillable="true" ma:displayName="Sign-off status" ma:internalName="Sign_x002d_off_x0020_status">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2cdf977224e4362b023ebe2f5fb54ce" ma:index="27" nillable="true" ma:taxonomy="true" ma:internalName="m2cdf977224e4362b023ebe2f5fb54ce" ma:taxonomyFieldName="Topics" ma:displayName="Topics" ma:default="" ma:fieldId="{62cdf977-224e-4362-b023-ebe2f5fb54ce}" ma:taxonomyMulti="true" ma:sspId="63b7d1d5-7262-4eb7-85df-493a730aa646" ma:termSetId="bb61e467-d593-466a-994a-5e67bfb8b398" ma:anchorId="00000000-0000-0000-0000-000000000000" ma:open="false" ma:isKeyword="false">
      <xsd:complexType>
        <xsd:sequence>
          <xsd:element ref="pc:Terms" minOccurs="0" maxOccurs="1"/>
        </xsd:sequence>
      </xsd:complexType>
    </xsd:element>
    <xsd:element name="n446a6503387411fbfe4842fcfb02d4c" ma:index="29" nillable="true" ma:taxonomy="true" ma:internalName="n446a6503387411fbfe4842fcfb02d4c" ma:taxonomyFieldName="Business" ma:displayName="Business" ma:default="" ma:fieldId="{7446a650-3387-411f-bfe4-842fcfb02d4c}" ma:taxonomyMulti="true" ma:sspId="63b7d1d5-7262-4eb7-85df-493a730aa646" ma:termSetId="97fba6ab-a82f-4b05-8a87-5c06aa3b8c9a" ma:anchorId="00000000-0000-0000-0000-000000000000" ma:open="false" ma:isKeyword="false">
      <xsd:complexType>
        <xsd:sequence>
          <xsd:element ref="pc:Terms" minOccurs="0" maxOccurs="1"/>
        </xsd:sequence>
      </xsd:complexType>
    </xsd:element>
    <xsd:element name="d0343b0fd7614bfd8975041064cafcd0" ma:index="31" nillable="true" ma:taxonomy="true" ma:internalName="d0343b0fd7614bfd8975041064cafcd0" ma:taxonomyFieldName="Geography" ma:displayName="Geography" ma:default="" ma:fieldId="{d0343b0f-d761-4bfd-8975-041064cafcd0}" ma:taxonomyMulti="true" ma:sspId="63b7d1d5-7262-4eb7-85df-493a730aa646" ma:termSetId="57c2f89f-8209-4ff9-9cad-c95750170dde" ma:anchorId="00000000-0000-0000-0000-000000000000" ma:open="false" ma:isKeyword="false">
      <xsd:complexType>
        <xsd:sequence>
          <xsd:element ref="pc:Terms" minOccurs="0" maxOccurs="1"/>
        </xsd:sequence>
      </xsd:complexType>
    </xsd:element>
    <xsd:element name="Views" ma:index="32" nillable="true" ma:displayName="Views" ma:format="Dropdown" ma:internalName="Views" ma:percentage="FALSE">
      <xsd:simpleType>
        <xsd:restriction base="dms:Number"/>
      </xsd:simpleType>
    </xsd:element>
    <xsd:element name="URL" ma:index="33" nillable="true" ma:displayName="URL" ma:description="Links to the pdf document" ma:format="Hyperlink" ma:internalName="URL">
      <xsd:complexType>
        <xsd:complexContent>
          <xsd:extension base="dms:URL">
            <xsd:sequence>
              <xsd:element name="Url" type="dms:ValidUrl" minOccurs="0" nillable="true"/>
              <xsd:element name="Description" type="xsd:string" nillable="true"/>
            </xsd:sequence>
          </xsd:extension>
        </xsd:complexContent>
      </xsd:complexType>
    </xsd:element>
    <xsd:element name="MediaServiceBillingMetadata" ma:index="34" nillable="true" ma:displayName="MediaServiceBillingMetadata" ma:hidden="true" ma:internalName="MediaServiceBillingMetadata" ma:readOnly="true">
      <xsd:simpleType>
        <xsd:restriction base="dms:Note"/>
      </xsd:simpleType>
    </xsd:element>
    <xsd:element name="Region" ma:index="35" nillable="true" ma:displayName="Region" ma:format="Dropdown" ma:internalName="Region">
      <xsd:simpleType>
        <xsd:restriction base="dms:Choice">
          <xsd:enumeration value="Americas"/>
          <xsd:enumeration value="EMEA"/>
          <xsd:enumeration value="APAC"/>
          <xsd:enumeration value="Global"/>
        </xsd:restriction>
      </xsd:simpleType>
    </xsd:element>
    <xsd:element name="Industry" ma:index="36" nillable="true" ma:displayName="Industry" ma:format="Dropdown" ma:internalName="Industry">
      <xsd:simpleType>
        <xsd:restriction base="dms:Choice">
          <xsd:enumeration value="Retail &amp; Consumer Goods"/>
          <xsd:enumeration value="Life Sciences"/>
          <xsd:enumeration value="Healthcare"/>
          <xsd:enumeration value="BFS"/>
          <xsd:enumeration value="Insurance"/>
          <xsd:enumeration value="MLEU"/>
          <xsd:enumeration value="Comms, Media &amp; Technology"/>
          <xsd:enumeration value="Public Sector"/>
          <xsd:enumeration value="All"/>
        </xsd:restriction>
      </xsd:simpleType>
    </xsd:element>
    <xsd:element name="MicrosoftSolutionArea" ma:index="37" nillable="true" ma:displayName="Microsoft Solution Area" ma:format="Dropdown" ma:internalName="MicrosoftSolutionArea">
      <xsd:simpleType>
        <xsd:restriction base="dms:Choice">
          <xsd:enumeration value="Azure Infrastructure"/>
          <xsd:enumeration value="Modern Work"/>
          <xsd:enumeration value="Business Applications"/>
          <xsd:enumeration value="Data &amp; AI"/>
          <xsd:enumeration value="Digital &amp; Application Innovation"/>
          <xsd:enumeration value="Security"/>
        </xsd:restriction>
      </xsd:simpleType>
    </xsd:element>
    <xsd:element name="CreatedDate" ma:index="38" nillable="true" ma:displayName="Created Date" ma:description="Month-Year" ma:format="Dropdown" ma:indexed="true" ma:internalName="CreatedDate">
      <xsd:simpleType>
        <xsd:restriction base="dms:Text">
          <xsd:maxLength value="255"/>
        </xsd:restriction>
      </xsd:simpleType>
    </xsd:element>
    <xsd:element name="ContentType0" ma:index="39" nillable="true" ma:displayName="Content Type" ma:format="Dropdown" ma:indexed="true" ma:internalName="ContentType0">
      <xsd:simpleType>
        <xsd:restriction base="dms:Choice">
          <xsd:enumeration value="Emailer"/>
          <xsd:enumeration value="Win Wire"/>
          <xsd:enumeration value="Video"/>
          <xsd:enumeration value="Case Study"/>
          <xsd:enumeration value="Brochure"/>
          <xsd:enumeration value="Solution Accelerator"/>
          <xsd:enumeration value="Image"/>
          <xsd:enumeration value="Process Documentation"/>
        </xsd:restriction>
      </xsd:simpleType>
    </xsd:element>
  </xsd:schema>
  <xsd:schema xmlns:xsd="http://www.w3.org/2001/XMLSchema" xmlns:xs="http://www.w3.org/2001/XMLSchema" xmlns:dms="http://schemas.microsoft.com/office/2006/documentManagement/types" xmlns:pc="http://schemas.microsoft.com/office/infopath/2007/PartnerControls" targetNamespace="da2a811a-61f7-41d9-a96a-3fe58d3117d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aa6e134-06f1-4965-9f1c-4ca2ce1ac82e}" ma:internalName="TaxCatchAll" ma:showField="CatchAllData" ma:web="da2a811a-61f7-41d9-a96a-3fe58d3117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43DB6A-4E19-4081-AD3A-F26AB7851077}">
  <ds:schemaRefs>
    <ds:schemaRef ds:uri="http://schemas.microsoft.com/sharepoint/v3/contenttype/forms"/>
  </ds:schemaRefs>
</ds:datastoreItem>
</file>

<file path=customXml/itemProps2.xml><?xml version="1.0" encoding="utf-8"?>
<ds:datastoreItem xmlns:ds="http://schemas.openxmlformats.org/officeDocument/2006/customXml" ds:itemID="{41A8AA3F-21FE-43F5-B698-F205039046F2}">
  <ds:schemaRefs>
    <ds:schemaRef ds:uri="http://schemas.openxmlformats.org/package/2006/metadata/core-properties"/>
    <ds:schemaRef ds:uri="http://schemas.microsoft.com/office/2006/metadata/properties"/>
    <ds:schemaRef ds:uri="http://schemas.microsoft.com/office/2006/documentManagement/types"/>
    <ds:schemaRef ds:uri="http://purl.org/dc/terms/"/>
    <ds:schemaRef ds:uri="da2a811a-61f7-41d9-a96a-3fe58d3117da"/>
    <ds:schemaRef ds:uri="http://purl.org/dc/dcmitype/"/>
    <ds:schemaRef ds:uri="http://schemas.microsoft.com/office/infopath/2007/PartnerControls"/>
    <ds:schemaRef ds:uri="fbe430c1-83a1-4407-a93f-d2144dec552c"/>
    <ds:schemaRef ds:uri="http://www.w3.org/XML/1998/namespace"/>
    <ds:schemaRef ds:uri="http://purl.org/dc/elements/1.1/"/>
  </ds:schemaRefs>
</ds:datastoreItem>
</file>

<file path=customXml/itemProps3.xml><?xml version="1.0" encoding="utf-8"?>
<ds:datastoreItem xmlns:ds="http://schemas.openxmlformats.org/officeDocument/2006/customXml" ds:itemID="{7CE51678-C9D6-4239-91C0-FC620AD4D6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430c1-83a1-4407-a93f-d2144dec552c"/>
    <ds:schemaRef ds:uri="da2a811a-61f7-41d9-a96a-3fe58d3117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15</Words>
  <Application>Microsoft Office PowerPoint</Application>
  <PresentationFormat>Widescreen</PresentationFormat>
  <Paragraphs>6</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Cognizant_2024</vt:lpstr>
      <vt:lpstr>Blank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85</cp:revision>
  <dcterms:created xsi:type="dcterms:W3CDTF">2024-03-20T19:25:52Z</dcterms:created>
  <dcterms:modified xsi:type="dcterms:W3CDTF">2026-03-26T08:08:50Z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ography">
    <vt:lpwstr/>
  </property>
  <property fmtid="{D5CDD505-2E9C-101B-9397-08002B2CF9AE}" pid="3" name="Business">
    <vt:lpwstr/>
  </property>
  <property fmtid="{D5CDD505-2E9C-101B-9397-08002B2CF9AE}" pid="4" name="xd_ProgID">
    <vt:lpwstr/>
  </property>
  <property fmtid="{D5CDD505-2E9C-101B-9397-08002B2CF9AE}" pid="5" name="MediaServiceImageTags">
    <vt:lpwstr/>
  </property>
  <property fmtid="{D5CDD505-2E9C-101B-9397-08002B2CF9AE}" pid="6" name="ContentTypeId">
    <vt:lpwstr>0x010100E06F2FB6F0C0F643874E7A21317CEB83</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Topics">
    <vt:lpwstr/>
  </property>
  <property fmtid="{D5CDD505-2E9C-101B-9397-08002B2CF9AE}" pid="12" name="xd_Signature">
    <vt:bool>false</vt:bool>
  </property>
</Properties>
</file>